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Agentes Autônomos de IA com Hermes Agent</a:t>
            </a:r>
          </a:p>
          <a:p/>
          <a:p>
            <a:r>
              <a:t>Uma visão de engenharia sobre agentes que executam tarefas com contexto, permissões e verificação.</a:t>
            </a:r>
          </a:p>
          <a:p/>
          <a:p>
            <a:r>
              <a:t>Apresentação interativa: https://pycodebr.com.br/python-brasil-2026/</a:t>
            </a:r>
          </a:p>
          <a:p/>
          <a:p>
            <a:r>
              <a:t>Referências: </a:t>
            </a:r>
          </a:p>
          <a:p/>
          <a:p>
            <a:r>
              <a:t>Esta exportação preserva o visual em imagens. O roteiro completo permanece na base privada do apresentador.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Felipe Azambuja</a:t>
            </a:r>
          </a:p>
          <a:p/>
          <a:p>
            <a:r>
              <a:t>Felipe apresenta experiências da PycodeBR e decisões que utiliza em seus projetos.</a:t>
            </a:r>
          </a:p>
          <a:p/>
          <a:p>
            <a:r>
              <a:t>Apresentação interativa: https://pycodebr.com.br/python-brasil-2026/</a:t>
            </a:r>
          </a:p>
          <a:p/>
          <a:p>
            <a:r>
              <a:t>Referências: </a:t>
            </a:r>
          </a:p>
          <a:p/>
          <a:p>
            <a:r>
              <a:t>Esta exportação preserva o visual em imagens. O roteiro completo permanece na base privada do apresentador.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Conheça a PycodeBR</a:t>
            </a:r>
          </a:p>
          <a:p/>
          <a:p>
            <a:r>
              <a:t>Escola online de programação e Inteligência Artificial com mais de 8 mil alunos ativos no Brasil e no mundo. O QR Code leva ao Instagram @pycodebr.</a:t>
            </a:r>
          </a:p>
          <a:p/>
          <a:p>
            <a:r>
              <a:t>Apresentação interativa: https://pycodebr.com.br/python-brasil-2026/</a:t>
            </a:r>
          </a:p>
          <a:p/>
          <a:p>
            <a:r>
              <a:t>Referências: https://www.instagram.com/pycodebr/</a:t>
            </a:r>
          </a:p>
          <a:p/>
          <a:p>
            <a:r>
              <a:t>Esta exportação preserva o visual em imagens. O roteiro completo permanece na base privada do apresentador.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conversa com IA chega ao cotidiano</a:t>
            </a:r>
          </a:p>
          <a:p/>
          <a:p>
            <a:r>
              <a:t>ChatGPT populariza o acesso conversacional em novembro de 2022. LangChain foi publicado em outubro; o marco não representa o nascimento da IA.</a:t>
            </a:r>
          </a:p>
          <a:p/>
          <a:p>
            <a:r>
              <a:t>Apresentação interativa: https://pycodebr.com.br/python-brasil-2026/</a:t>
            </a:r>
          </a:p>
          <a:p/>
          <a:p>
            <a:r>
              <a:t>Referências: https://openai.com/index/chatgpt/; https://www.langchain.com/blog/announcing-our-10m-seed-round-led-by-benchmark</a:t>
            </a:r>
          </a:p>
          <a:p/>
          <a:p>
            <a:r>
              <a:t>Esta exportação preserva o visual em imagens. O roteiro completo permanece na base privada do apresentador.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agente precisava de uma aplicação ao redor</a:t>
            </a:r>
          </a:p>
          <a:p/>
          <a:p>
            <a:r>
              <a:t>Quem desenvolvia agentes compunha as partes da aplicação. Frameworks, construtores visuais e automação reduziam partes desse trabalho, com responsabilidades diferentes.</a:t>
            </a:r>
          </a:p>
          <a:p/>
          <a:p>
            <a:r>
              <a:t>Apresentação interativa: https://pycodebr.com.br/python-brasil-2026/</a:t>
            </a:r>
          </a:p>
          <a:p/>
          <a:p>
            <a:r>
              <a:t>Referências: https://blog.n8n.io/n8ns-october-highlights-new-features-refined-cloud-plans-and-workflow-editor-improvements; https://github.com/Significant-Gravitas/AutoGPT/releases/tag/v0.1.0; https://pypi.org/pypi/langflow/json</a:t>
            </a:r>
          </a:p>
          <a:p/>
          <a:p>
            <a:r>
              <a:t>Esta exportação preserva o visual em imagens. O roteiro completo permanece na base privada do apresentador.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Os fluxos ganham estado e conexões padronizadas</a:t>
            </a:r>
          </a:p>
          <a:p/>
          <a:p>
            <a:r>
              <a:t>LangGraph foi anunciado em janeiro de 2024, Langflow 1.0 em junho e MCP em novembro. Composição visual, controle de fluxo e conexão a ferramentas são camadas distintas.</a:t>
            </a:r>
          </a:p>
          <a:p/>
          <a:p>
            <a:r>
              <a:t>Apresentação interativa: https://pycodebr.com.br/python-brasil-2026/</a:t>
            </a:r>
          </a:p>
          <a:p/>
          <a:p>
            <a:r>
              <a:t>Referências: https://www.langchain.com/blog/langgraph; https://www.langflow.org/blog/langflow-1-0-is-out-with-a-cloud-service; https://www.anthropic.com/news/model-context-protocol</a:t>
            </a:r>
          </a:p>
          <a:p/>
          <a:p>
            <a:r>
              <a:t>Esta exportação preserva o visual em imagens. O roteiro completo permanece na base privada do apresentador.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IA passa a trabalhar dentro do projeto</a:t>
            </a:r>
          </a:p>
          <a:p/>
          <a:p>
            <a:r>
              <a:t>Claude Code teve preview em fevereiro e disponibilidade geral em maio de 2025. Codex CLI foi apresentado em abril. Skills e o ecossistema de CLIs ampliaram a reutilização e a execução no ambiente.</a:t>
            </a:r>
          </a:p>
          <a:p/>
          <a:p>
            <a:r>
              <a:t>Apresentação interativa: https://pycodebr.com.br/python-brasil-2026/</a:t>
            </a:r>
          </a:p>
          <a:p/>
          <a:p>
            <a:r>
              <a:t>Referências: https://www.anthropic.com/news/claude-3-7-sonnet; https://www.anthropic.com/news/claude-4; https://openai.com/index/introducing-o3-and-o4-mini/; https://claude.com/blog/skills</a:t>
            </a:r>
          </a:p>
          <a:p/>
          <a:p>
            <a:r>
              <a:t>Esta exportação preserva o visual em imagens. O roteiro completo permanece na base privada do apresentador.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trabalho continua entre sessões e canais</a:t>
            </a:r>
          </a:p>
          <a:p/>
          <a:p>
            <a:r>
              <a:t>O catálogo oficial da Nous Research registra Hermes Agent em 25 de fevereiro de 2026. O núcleo de execução é desenvolvido em Python, com integrações e interfaces que usam outras tecnologias.</a:t>
            </a:r>
          </a:p>
          <a:p/>
          <a:p>
            <a:r>
              <a:t>Apresentação interativa: https://pycodebr.com.br/python-brasil-2026/</a:t>
            </a:r>
          </a:p>
          <a:p/>
          <a:p>
            <a:r>
              <a:t>Referências: https://nousresearch.com/releases; https://hermes-agent.nousresearch.com/docs</a:t>
            </a:r>
          </a:p>
          <a:p/>
          <a:p>
            <a:r>
              <a:t>Esta exportação preserva o visual em imagens. O roteiro completo permanece na base privada do apresentador.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Três movimentos estão se encontrando</a:t>
            </a:r>
          </a:p>
          <a:p/>
          <a:p>
            <a:r>
              <a:t>As CLIs de programação, o ecossistema de skills/plugins/MCPs e os agentes com memória são os três movimentos da aula que originou esta palestra.</a:t>
            </a:r>
          </a:p>
          <a:p/>
          <a:p>
            <a:r>
              <a:t>Apresentação interativa: https://pycodebr.com.br/python-brasil-2026/</a:t>
            </a:r>
          </a:p>
          <a:p/>
          <a:p>
            <a:r>
              <a:t>Referências: https://www.youtube.com/watch?v=WC5B6LfPDrI</a:t>
            </a:r>
          </a:p>
          <a:p/>
          <a:p>
            <a:r>
              <a:t>Esta exportação preserva o visual em imagens. O roteiro completo permanece na base privada do apresentador.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terminal aproxima o pedido da execução</a:t>
            </a:r>
          </a:p>
          <a:p/>
          <a:p>
            <a:r>
              <a:t>A CLI permite ao agente interagir com arquivos e ferramentas. O modelo produz decisões e chamadas; o runtime executa as ferramentas e devolve observações.</a:t>
            </a:r>
          </a:p>
          <a:p/>
          <a:p>
            <a:r>
              <a:t>Apresentação interativa: https://pycodebr.com.br/python-brasil-2026/</a:t>
            </a:r>
          </a:p>
          <a:p/>
          <a:p>
            <a:r>
              <a:t>Referências: https://hermes-agent.nousresearch.com/docs/user-guide/features/tools</a:t>
            </a:r>
          </a:p>
          <a:p/>
          <a:p>
            <a:r>
              <a:t>Esta exportação preserva o visual em imagens. O roteiro completo permanece na base privada do apresentador.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Skills orientam o trabalho; MCP conecta ferramentas</a:t>
            </a:r>
          </a:p>
          <a:p/>
          <a:p>
            <a:r>
              <a:t>Uma skill carrega instruções, referências e scripts. MCP, Model Context Protocol, padroniza integração; não substitui autorização, regras de negócio nem conferência.</a:t>
            </a:r>
          </a:p>
          <a:p/>
          <a:p>
            <a:r>
              <a:t>Apresentação interativa: https://pycodebr.com.br/python-brasil-2026/</a:t>
            </a:r>
          </a:p>
          <a:p/>
          <a:p>
            <a:r>
              <a:t>Referências: https://agentskills.io/specification; https://hermes-agent.nousresearch.com/docs/user-guide/features/mcp</a:t>
            </a:r>
          </a:p>
          <a:p/>
          <a:p>
            <a:r>
              <a:t>Esta exportação preserva o visual em imagens. O roteiro completo permanece na base privada do apresentador.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Um objetivo precisa de um ciclo de execução</a:t>
            </a:r>
          </a:p>
          <a:p/>
          <a:p>
            <a:r>
              <a:t>O loop alterna decisões do modelo e resultados de ferramentas. Falhas, limites de orçamento e necessidade de autorização podem interromper a execução.</a:t>
            </a:r>
          </a:p>
          <a:p/>
          <a:p>
            <a:r>
              <a:t>Apresentação interativa: https://pycodebr.com.br/python-brasil-2026/</a:t>
            </a:r>
          </a:p>
          <a:p/>
          <a:p>
            <a:r>
              <a:t>Referências: https://hermes-agent.nousresearch.com/docs/developer-guide/agent-loop</a:t>
            </a:r>
          </a:p>
          <a:p/>
          <a:p>
            <a:r>
              <a:t>Esta exportação preserva o visual em imagens. O roteiro completo permanece na base privada do apresentador.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que o Hermes reúne em uma operação</a:t>
            </a:r>
          </a:p>
          <a:p/>
          <a:p>
            <a:r>
              <a:t>A combinação de memória, skills, canais, provedores e ferramentas torna o Hermes útil para tarefas recorrentes. As capacidades dependem da configuração e das integrações disponíveis.</a:t>
            </a:r>
          </a:p>
          <a:p/>
          <a:p>
            <a:r>
              <a:t>Apresentação interativa: https://pycodebr.com.br/python-brasil-2026/</a:t>
            </a:r>
          </a:p>
          <a:p/>
          <a:p>
            <a:r>
              <a:t>Referências: https://hermes-agent.nousresearch.com/docs</a:t>
            </a:r>
          </a:p>
          <a:p/>
          <a:p>
            <a:r>
              <a:t>Esta exportação preserva o visual em imagens. O roteiro completo permanece na base privada do apresentador.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uso acumula contexto e procedimentos para a próxima tarefa</a:t>
            </a:r>
          </a:p>
          <a:p/>
          <a:p>
            <a:r>
              <a:t>Quanto mais se usa, mais contexto específico e procedimentos o Hermes pode acumular e reaproveitar. Esse autoaprendizado depende de registrar, revisar e recuperar as informações certas, sem garantir melhoria automática em qualquer tarefa.</a:t>
            </a:r>
          </a:p>
          <a:p/>
          <a:p>
            <a:r>
              <a:t>Apresentação interativa: https://pycodebr.com.br/python-brasil-2026/</a:t>
            </a:r>
          </a:p>
          <a:p/>
          <a:p>
            <a:r>
              <a:t>Referências: https://hermes-agent.nousresearch.com/docs/user-guide/features/skills; https://hermes-agent.nousresearch.com/docs/user-guide/features/memory</a:t>
            </a:r>
          </a:p>
          <a:p/>
          <a:p>
            <a:r>
              <a:t>Esta exportação preserva o visual em imagens. O roteiro completo permanece na base privada do apresentador.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Um chatbot ou relatório cobre só parte do processo</a:t>
            </a:r>
          </a:p>
          <a:p/>
          <a:p>
            <a:r>
              <a:t>Chatbots e relatórios continuam úteis, mas não representam sozinhos uma operação ponta a ponta. O valor está no fluxo concluído com evidência e responsabilidade.</a:t>
            </a:r>
          </a:p>
          <a:p/>
          <a:p>
            <a:r>
              <a:t>Apresentação interativa: https://pycodebr.com.br/python-brasil-2026/</a:t>
            </a:r>
          </a:p>
          <a:p/>
          <a:p>
            <a:r>
              <a:t>Referências: https://www.youtube.com/watch?v=WC5B6LfPDrI</a:t>
            </a:r>
          </a:p>
          <a:p/>
          <a:p>
            <a:r>
              <a:t>Esta exportação preserva o visual em imagens. O roteiro completo permanece na base privada do apresentador.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central reúne o que a operação produz</a:t>
            </a:r>
          </a:p>
          <a:p/>
          <a:p>
            <a:r>
              <a:t>A Central de Operações organiza resultados, recursos e revisões. A cena é ilustrativa e não revela dashboards privados.</a:t>
            </a:r>
          </a:p>
          <a:p/>
          <a:p>
            <a:r>
              <a:t>Apresentação interativa: https://pycodebr.com.br/python-brasil-2026/</a:t>
            </a:r>
          </a:p>
          <a:p/>
          <a:p>
            <a:r>
              <a:t>Referências: https://www.youtube.com/watch?v=WC5B6LfPDrI</a:t>
            </a:r>
          </a:p>
          <a:p/>
          <a:p>
            <a:r>
              <a:t>Esta exportação preserva o visual em imagens. O roteiro completo permanece na base privada do apresentador.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conteúdo percorre um pipeline completo</a:t>
            </a:r>
          </a:p>
          <a:p/>
          <a:p>
            <a:r>
              <a:t>O pipeline editorial reúne pesquisa, seleção, copy, geração de arte, revisão e publicação. Geração e postagem são etapas diferentes, com autorização própria.</a:t>
            </a:r>
          </a:p>
          <a:p/>
          <a:p>
            <a:r>
              <a:t>Apresentação interativa: https://pycodebr.com.br/python-brasil-2026/</a:t>
            </a:r>
          </a:p>
          <a:p/>
          <a:p>
            <a:r>
              <a:t>Referências: https://www.youtube.com/watch?v=WC5B6LfPDrI; https://radarx.com.br/news/2026-10-05.html</a:t>
            </a:r>
          </a:p>
          <a:p/>
          <a:p>
            <a:r>
              <a:t>Esta exportação preserva o visual em imagens. O roteiro completo permanece na base privada do apresentador.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pipeline deixa um artefato que pode ser revisado</a:t>
            </a:r>
          </a:p>
          <a:p/>
          <a:p>
            <a:r>
              <a:t>A página pública do Radar-X exemplifica uma saída concreta do pipeline. A captura não é um dashboard privado nem prova de postagem atual.</a:t>
            </a:r>
          </a:p>
          <a:p/>
          <a:p>
            <a:r>
              <a:t>Apresentação interativa: https://pycodebr.com.br/python-brasil-2026/</a:t>
            </a:r>
          </a:p>
          <a:p/>
          <a:p>
            <a:r>
              <a:t>Referências: https://radarx.com.br/news/2026-10-05.html</a:t>
            </a:r>
          </a:p>
          <a:p/>
          <a:p>
            <a:r>
              <a:t>Esta exportação preserva o visual em imagens. O roteiro completo permanece na base privada do apresentador.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prompt define o atendimento dentro de um ambiente preparado</a:t>
            </a:r>
          </a:p>
          <a:p/>
          <a:p>
            <a:r>
              <a:t>Configurar a conversa por prompt pode ser rápido em um ambiente pronto. O experimento histórico da PycodeBR validou atendimento isolado, sem ativação pública comprovada; não descreve um profile persistente atual.</a:t>
            </a:r>
          </a:p>
          <a:p/>
          <a:p>
            <a:r>
              <a:t>Apresentação interativa: https://pycodebr.com.br/python-brasil-2026/</a:t>
            </a:r>
          </a:p>
          <a:p/>
          <a:p>
            <a:r>
              <a:t>Referências: https://hermes-agent.nousresearch.com/docs/user-guide/profiles; https://hermes-agent.nousresearch.com/docs/user-guide/security</a:t>
            </a:r>
          </a:p>
          <a:p/>
          <a:p>
            <a:r>
              <a:t>Esta exportação preserva o visual em imagens. O roteiro completo permanece na base privada do apresentador.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Texto, áudio e imagem podem compor o contexto</a:t>
            </a:r>
          </a:p>
          <a:p/>
          <a:p>
            <a:r>
              <a:t>A ingestão por webhook, o processamento de mídias e a análise com modelo são etapas diferentes. O contexto é selecionado e não equivale a vigilância ou permissão irrestrita.</a:t>
            </a:r>
          </a:p>
          <a:p/>
          <a:p>
            <a:r>
              <a:t>Apresentação interativa: https://pycodebr.com.br/python-brasil-2026/</a:t>
            </a:r>
          </a:p>
          <a:p/>
          <a:p>
            <a:r>
              <a:t>Referências: https://www.youtube.com/watch?v=WC5B6LfPDrI</a:t>
            </a:r>
          </a:p>
          <a:p/>
          <a:p>
            <a:r>
              <a:t>Esta exportação preserva o visual em imagens. O roteiro completo permanece na base privada do apresentador.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Uma conversa de campanha virou proposta de criativos</a:t>
            </a:r>
          </a:p>
          <a:p/>
          <a:p>
            <a:r>
              <a:t>Felipe relatou publicamente que o Kratos preparou criativos a partir de uma conversa de campanha e que a equipe os utilizou. A iniciativa estava dentro de situações previamente autorizadas.</a:t>
            </a:r>
          </a:p>
          <a:p/>
          <a:p>
            <a:r>
              <a:t>Apresentação interativa: https://pycodebr.com.br/python-brasil-2026/</a:t>
            </a:r>
          </a:p>
          <a:p/>
          <a:p>
            <a:r>
              <a:t>Referências: https://www.youtube.com/watch?v=WC5B6LfPDrI&amp;t=2412s</a:t>
            </a:r>
          </a:p>
          <a:p/>
          <a:p>
            <a:r>
              <a:t>Esta exportação preserva o visual em imagens. O roteiro completo permanece na base privada do apresentador.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Um recibo de sucesso escondia uma entrega incompleta</a:t>
            </a:r>
          </a:p>
          <a:p/>
          <a:p>
            <a:r>
              <a:t>Revisão histórica de 27/09/2026 encontrou readback falso positivo e teste que não exercitava o dispatcher. A lição técnica é verificar o alvo, sem afirmar que toda a automação foi liberada.</a:t>
            </a:r>
          </a:p>
          <a:p/>
          <a:p>
            <a:r>
              <a:t>Apresentação interativa: https://pycodebr.com.br/python-brasil-2026/</a:t>
            </a:r>
          </a:p>
          <a:p/>
          <a:p>
            <a:r>
              <a:t>Referências: </a:t>
            </a:r>
          </a:p>
          <a:p/>
          <a:p>
            <a:r>
              <a:t>Esta exportação preserva o visual em imagens. O roteiro completo permanece na base privada do apresentador.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painel pode nascer de uma pergunta da operação</a:t>
            </a:r>
          </a:p>
          <a:p/>
          <a:p>
            <a:r>
              <a:t>O agente pode construir interfaces personalizadas em cima de integrações e fontes já disponíveis. A demonstração mostra a composição da interface, não uma consulta ao vivo.</a:t>
            </a:r>
          </a:p>
          <a:p/>
          <a:p>
            <a:r>
              <a:t>Apresentação interativa: https://pycodebr.com.br/python-brasil-2026/</a:t>
            </a:r>
          </a:p>
          <a:p/>
          <a:p>
            <a:r>
              <a:t>Referências: https://www.youtube.com/watch?v=WC5B6LfPDrI</a:t>
            </a:r>
          </a:p>
          <a:p/>
          <a:p>
            <a:r>
              <a:t>Esta exportação preserva o visual em imagens. O roteiro completo permanece na base privada do apresentador.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Uma consulta que falha não pode virar gasto zero</a:t>
            </a:r>
          </a:p>
          <a:p/>
          <a:p>
            <a:r>
              <a:t>A documentação da operação registra a correção da interpretação de falha como zero. A recuperação das fontes foi parcial naquele momento; não se presume que todas tenham voltado na mesma rodada.</a:t>
            </a:r>
          </a:p>
          <a:p/>
          <a:p>
            <a:r>
              <a:t>Apresentação interativa: https://pycodebr.com.br/python-brasil-2026/</a:t>
            </a:r>
          </a:p>
          <a:p/>
          <a:p>
            <a:r>
              <a:t>Referências: </a:t>
            </a:r>
          </a:p>
          <a:p/>
          <a:p>
            <a:r>
              <a:t>Esta exportação preserva o visual em imagens. O roteiro completo permanece na base privada do apresentador.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Hermes também pode ser o harness de desenvolvimento</a:t>
            </a:r>
          </a:p>
          <a:p/>
          <a:p>
            <a:r>
              <a:t>Hermes funciona como agente de programação por CLI. O fluxo envolve requisitos, implementação, revisão, testes e validação do artefato, preservando as convenções e mudanças locais.</a:t>
            </a:r>
          </a:p>
          <a:p/>
          <a:p>
            <a:r>
              <a:t>Apresentação interativa: https://pycodebr.com.br/python-brasil-2026/</a:t>
            </a:r>
          </a:p>
          <a:p/>
          <a:p>
            <a:r>
              <a:t>Referências: https://hermes-agent.nousresearch.com/docs/developer-guide/architecture</a:t>
            </a:r>
          </a:p>
          <a:p/>
          <a:p>
            <a:r>
              <a:t>Esta exportação preserva o visual em imagens. O roteiro completo permanece na base privada do apresentador.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delegação permite dividir o trabalho e conferir a integração</a:t>
            </a:r>
          </a:p>
          <a:p/>
          <a:p>
            <a:r>
              <a:t>Delegação nativa cria filhos Hermes, não processos de outros harnesses automaticamente. O padrão de composição mostrado utiliza terminal e skills para invocar CLIs externas.</a:t>
            </a:r>
          </a:p>
          <a:p/>
          <a:p>
            <a:r>
              <a:t>Apresentação interativa: https://pycodebr.com.br/python-brasil-2026/</a:t>
            </a:r>
          </a:p>
          <a:p/>
          <a:p>
            <a:r>
              <a:t>Referências: https://hermes-agent.nousresearch.com/docs/user-guide/features/delegation</a:t>
            </a:r>
          </a:p>
          <a:p/>
          <a:p>
            <a:r>
              <a:t>Esta exportação preserva o visual em imagens. O roteiro completo permanece na base privada do apresentador.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Uma integração interna virou uma ferramenta para agentes</a:t>
            </a:r>
          </a:p>
          <a:p/>
          <a:p>
            <a:r>
              <a:t>Hubla CLI é um projeto público não oficial da PycodeBR. A separação da integração privada e da distribuição genérica permitiu fornecer uma ferramenta utilizável por pessoas e agentes.</a:t>
            </a:r>
          </a:p>
          <a:p/>
          <a:p>
            <a:r>
              <a:t>Apresentação interativa: https://pycodebr.com.br/python-brasil-2026/</a:t>
            </a:r>
          </a:p>
          <a:p/>
          <a:p>
            <a:r>
              <a:t>Referências: https://github.com/pycodebr/hubla-cli</a:t>
            </a:r>
          </a:p>
          <a:p/>
          <a:p>
            <a:r>
              <a:t>Esta exportação preserva o visual em imagens. O roteiro completo permanece na base privada do apresentador.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Você pede em linguagem natural; o Hermes executa pelas ferramentas</a:t>
            </a:r>
          </a:p>
          <a:p/>
          <a:p>
            <a:r>
              <a:t>Hermes é uma ferramenta que transforma pedidos em linguagem natural em trabalho técnico executado por ferramentas. Pode configurar, implementar e testar dentro de um ambiente preparado e autorizado; a validação continua parte da entrega.</a:t>
            </a:r>
          </a:p>
          <a:p/>
          <a:p>
            <a:r>
              <a:t>Apresentação interativa: https://pycodebr.com.br/python-brasil-2026/</a:t>
            </a:r>
          </a:p>
          <a:p/>
          <a:p>
            <a:r>
              <a:t>Referências: https://hermes-agent.nousresearch.com/docs/developer-guide/agent-loop; https://www.youtube.com/watch?v=WC5B6LfPDrI</a:t>
            </a:r>
          </a:p>
          <a:p/>
          <a:p>
            <a:r>
              <a:t>Esta exportação preserva o visual em imagens. O roteiro completo permanece na base privada do apresentador.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autonomia precisa de limites fora do prompt</a:t>
            </a:r>
          </a:p>
          <a:p/>
          <a:p>
            <a:r>
              <a:t>Separar atendimento público e operação privilegiada exige controles técnicos. Ações destrutivas, acessos, pagamentos e publicações sensíveis precisam de autorização e verificação.</a:t>
            </a:r>
          </a:p>
          <a:p/>
          <a:p>
            <a:r>
              <a:t>Apresentação interativa: https://pycodebr.com.br/python-brasil-2026/</a:t>
            </a:r>
          </a:p>
          <a:p/>
          <a:p>
            <a:r>
              <a:t>Referências: https://hermes-agent.nousresearch.com/docs/user-guide/security</a:t>
            </a:r>
          </a:p>
          <a:p/>
          <a:p>
            <a:r>
              <a:t>Esta exportação preserva o visual em imagens. O roteiro completo permanece na base privada do apresentador.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custo acompanha o caminho até concluir</a:t>
            </a:r>
          </a:p>
          <a:p/>
          <a:p>
            <a:r>
              <a:t>A licença MIT do Hermes não torna modelos e infraestrutura gratuitos. O custo deve ser avaliado por tarefa validada, com orçamento e critérios de parada.</a:t>
            </a:r>
          </a:p>
          <a:p/>
          <a:p>
            <a:r>
              <a:t>Apresentação interativa: https://pycodebr.com.br/python-brasil-2026/</a:t>
            </a:r>
          </a:p>
          <a:p/>
          <a:p>
            <a:r>
              <a:t>Referências: https://hermes-agent.nousresearch.com/docs/integrations/providers; https://hermes-agent.nousresearch.com/docs/developer-guide/agent-loop</a:t>
            </a:r>
          </a:p>
          <a:p/>
          <a:p>
            <a:r>
              <a:t>Esta exportação preserva o visual em imagens. O roteiro completo permanece na base privada do apresentador.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Comece por uma tarefa que você consegue conferir</a:t>
            </a:r>
          </a:p>
          <a:p/>
          <a:p>
            <a:r>
              <a:t>Um piloto com fontes delimitadas, saída verificável e sem escrita sensível permite aprender o comportamento antes de ampliar permissões.</a:t>
            </a:r>
          </a:p>
          <a:p/>
          <a:p>
            <a:r>
              <a:t>Apresentação interativa: https://pycodebr.com.br/python-brasil-2026/</a:t>
            </a:r>
          </a:p>
          <a:p/>
          <a:p>
            <a:r>
              <a:t>Referências: https://hermes-agent.nousresearch.com/docs/user-guide/security</a:t>
            </a:r>
          </a:p>
          <a:p/>
          <a:p>
            <a:r>
              <a:t>Esta exportação preserva o visual em imagens. O roteiro completo permanece na base privada do apresentador.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Escolha um processo e acompanhe o trabalho inteiro</a:t>
            </a:r>
          </a:p>
          <a:p/>
          <a:p>
            <a:r>
              <a:t>A apresentação, suas referências e os downloads ficam disponíveis no endereço público. A chamada final é para um piloto verificável e para a continuidade do estudo.</a:t>
            </a:r>
          </a:p>
          <a:p/>
          <a:p>
            <a:r>
              <a:t>Apresentação interativa: https://pycodebr.com.br/python-brasil-2026/</a:t>
            </a:r>
          </a:p>
          <a:p/>
          <a:p>
            <a:r>
              <a:t>Referências: </a:t>
            </a:r>
          </a:p>
          <a:p/>
          <a:p>
            <a:r>
              <a:t>Esta exportação preserva o visual em imagens. O roteiro completo permanece na base privada do apresentador.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Fontes da linha do tempo</a:t>
            </a:r>
          </a:p>
          <a:p/>
          <a:p>
            <a:r>
              <a:t>Referências públicas para consulta, fora do tempo principal.</a:t>
            </a:r>
          </a:p>
          <a:p/>
          <a:p>
            <a:r>
              <a:t>Apresentação interativa: https://pycodebr.com.br/python-brasil-2026/</a:t>
            </a:r>
          </a:p>
          <a:p/>
          <a:p>
            <a:r>
              <a:t>Referências: https://openai.com/index/chatgpt/; https://www.langchain.com/blog/announcing-our-10m-seed-round-led-by-benchmark; https://blog.n8n.io/n8ns-october-highlights-new-features-refined-cloud-plans-and-workflow-editor-improvements; https://www.langchain.com/blog/langgraph; https://www.langflow.org/blog/langflow-1-0-is-out-with-a-cloud-service; https://www.anthropic.com/news/model-context-protocol; https://www.anthropic.com/news/claude-3-7-sonnet; https://openai.com/index/introducing-o3-and-o4-mini/; https://agentskills.io/specification; https://nousresearch.com/releases</a:t>
            </a:r>
          </a:p>
          <a:p/>
          <a:p>
            <a:r>
              <a:t>Esta exportação preserva o visual em imagens. O roteiro completo permanece na base privada do apresentador.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Documentação e exemplos para continuar</a:t>
            </a:r>
          </a:p>
          <a:p/>
          <a:p>
            <a:r>
              <a:t>Referências públicas para consulta, fora do tempo principal.</a:t>
            </a:r>
          </a:p>
          <a:p/>
          <a:p>
            <a:r>
              <a:t>Apresentação interativa: https://pycodebr.com.br/python-brasil-2026/</a:t>
            </a:r>
          </a:p>
          <a:p/>
          <a:p>
            <a:r>
              <a:t>Referências: https://hermes-agent.nousresearch.com/docs; https://hermes-agent.nousresearch.com/docs/user-guide/features/skills; https://hermes-agent.nousresearch.com/docs/developer-guide/agent-loop; https://hermes-agent.nousresearch.com/docs/user-guide/features/mcp; https://hermes-agent.nousresearch.com/docs/user-guide/features/delegation; https://hermes-agent.nousresearch.com/docs/user-guide/security; https://www.youtube.com/watch?v=WC5B6LfPDrI; https://radarx.com.br/news/2026-10-05.html; https://github.com/pycodebr/hubla-cli; https://2026.pythonbrasil.org.br/</a:t>
            </a:r>
          </a:p>
          <a:p/>
          <a:p>
            <a:r>
              <a:t>Esta exportação preserva o visual em imagens. O roteiro completo permanece na base privada do apresentador.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Agentes Autônomos de IA com Hermes Agent" descr="Uma visão de engenharia sobre agentes que executam tarefas com contexto, permissões e verificação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elipe Azambuja" descr="Felipe apresenta experiências da PycodeBR e decisões que utiliza em seus projeto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Conheça a PycodeBR" descr="Escola online de programação e Inteligência Artificial com mais de 8 mil alunos ativos no Brasil e no mundo. O QR Code leva ao Instagram @pycodebr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A conversa com IA chega ao cotidiano" descr="ChatGPT populariza o acesso conversacional em novembro de 2022. LangChain foi publicado em outubro; o marco não representa o nascimento da IA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O agente precisava de uma aplicação ao redor" descr="Quem desenvolvia agentes compunha as partes da aplicação. Frameworks, construtores visuais e automação reduziam partes desse trabalho, com responsabilidades diferente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Os fluxos ganham estado e conexões padronizadas" descr="LangGraph foi anunciado em janeiro de 2024, Langflow 1.0 em junho e MCP em novembro. Composição visual, controle de fluxo e conexão a ferramentas são camadas distinta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A IA passa a trabalhar dentro do projeto" descr="Claude Code teve preview em fevereiro e disponibilidade geral em maio de 2025. Codex CLI foi apresentado em abril. Skills e o ecossistema de CLIs ampliaram a reutilização e a execução no ambient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O trabalho continua entre sessões e canais" descr="O catálogo oficial da Nous Research registra Hermes Agent em 25 de fevereiro de 2026. O núcleo de execução é desenvolvido em Python, com integrações e interfaces que usam outras tecnologia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Três movimentos estão se encontrando" descr="As CLIs de programação, o ecossistema de skills/plugins/MCPs e os agentes com memória são os três movimentos da aula que originou esta palestra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O terminal aproxima o pedido da execução" descr="A CLI permite ao agente interagir com arquivos e ferramentas. O modelo produz decisões e chamadas; o runtime executa as ferramentas e devolve observaçõe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kills orientam o trabalho; MCP conecta ferramentas" descr="Uma skill carrega instruções, referências e scripts. MCP, Model Context Protocol, padroniza integração; não substitui autorização, regras de negócio nem conferência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Um objetivo precisa de um ciclo de execução" descr="O loop alterna decisões do modelo e resultados de ferramentas. Falhas, limites de orçamento e necessidade de autorização podem interromper a execução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O que o Hermes reúne em uma operação" descr="A combinação de memória, skills, canais, provedores e ferramentas torna o Hermes útil para tarefas recorrentes. As capacidades dependem da configuração e das integrações disponívei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O uso acumula contexto e procedimentos para a próxima tarefa" descr="Quanto mais se usa, mais contexto específico e procedimentos o Hermes pode acumular e reaproveitar. Esse autoaprendizado depende de registrar, revisar e recuperar as informações certas, sem garantir melhoria automática em qualquer tarefa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Um chatbot ou relatório cobre só parte do processo" descr="Chatbots e relatórios continuam úteis, mas não representam sozinhos uma operação ponta a ponta. O valor está no fluxo concluído com evidência e responsabilidad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A central reúne o que a operação produz" descr="A Central de Operações organiza resultados, recursos e revisões. A cena é ilustrativa e não revela dashboards privado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O conteúdo percorre um pipeline completo" descr="O pipeline editorial reúne pesquisa, seleção, copy, geração de arte, revisão e publicação. Geração e postagem são etapas diferentes, com autorização própria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O pipeline deixa um artefato que pode ser revisado" descr="A página pública do Radar-X exemplifica uma saída concreta do pipeline. A captura não é um dashboard privado nem prova de postagem atual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O prompt define o atendimento dentro de um ambiente preparado" descr="Configurar a conversa por prompt pode ser rápido em um ambiente pronto. O experimento histórico da PycodeBR validou atendimento isolado, sem ativação pública comprovada; não descreve um profile persistente atual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Texto, áudio e imagem podem compor o contexto" descr="A ingestão por webhook, o processamento de mídias e a análise com modelo são etapas diferentes. O contexto é selecionado e não equivale a vigilância ou permissão irrestrita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Uma conversa de campanha virou proposta de criativos" descr="Felipe relatou publicamente que o Kratos preparou criativos a partir de uma conversa de campanha e que a equipe os utilizou. A iniciativa estava dentro de situações previamente autorizada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Um recibo de sucesso escondia uma entrega incompleta" descr="Revisão histórica de 27/09/2026 encontrou readback falso positivo e teste que não exercitava o dispatcher. A lição técnica é verificar o alvo, sem afirmar que toda a automação foi liberada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O painel pode nascer de uma pergunta da operação" descr="O agente pode construir interfaces personalizadas em cima de integrações e fontes já disponíveis. A demonstração mostra a composição da interface, não uma consulta ao vivo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Uma consulta que falha não pode virar gasto zero" descr="A documentação da operação registra a correção da interpretação de falha como zero. A recuperação das fontes foi parcial naquele momento; não se presume que todas tenham voltado na mesma rodada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Hermes também pode ser o harness de desenvolvimento" descr="Hermes funciona como agente de programação por CLI. O fluxo envolve requisitos, implementação, revisão, testes e validação do artefato, preservando as convenções e mudanças locai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A delegação permite dividir o trabalho e conferir a integração" descr="Delegação nativa cria filhos Hermes, não processos de outros harnesses automaticamente. O padrão de composição mostrado utiliza terminal e skills para invocar CLIs externa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Uma integração interna virou uma ferramenta para agentes" descr="Hubla CLI é um projeto público não oficial da PycodeBR. A separação da integração privada e da distribuição genérica permitiu fornecer uma ferramenta utilizável por pessoas e agente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Você pede em linguagem natural; o Hermes executa pelas ferramentas" descr="Hermes é uma ferramenta que transforma pedidos em linguagem natural em trabalho técnico executado por ferramentas. Pode configurar, implementar e testar dentro de um ambiente preparado e autorizado; a validação continua parte da entrega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A autonomia precisa de limites fora do prompt" descr="Separar atendimento público e operação privilegiada exige controles técnicos. Ações destrutivas, acessos, pagamentos e publicações sensíveis precisam de autorização e verificação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O custo acompanha o caminho até concluir" descr="A licença MIT do Hermes não torna modelos e infraestrutura gratuitos. O custo deve ser avaliado por tarefa validada, com orçamento e critérios de parada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Comece por uma tarefa que você consegue conferir" descr="Um piloto com fontes delimitadas, saída verificável e sem escrita sensível permite aprender o comportamento antes de ampliar permissõe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Escolha um processo e acompanhe o trabalho inteiro" descr="A apresentação, suas referências e os downloads ficam disponíveis no endereço público. A chamada final é para um piloto verificável e para a continuidade do estudo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ontes da linha do tempo" descr="Referências públicas para consulta, fora do tempo principal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Documentação e exemplos para continuar" descr="Referências públicas para consulta, fora do tempo principal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Agentes Autônomos de IA com Hermes Agent</dc:title>
  <dc:subject>Python Brasil 2026</dc:subject>
  <dc:creator>Felipe Azambuja · PycodeBR</dc:creator>
  <cp:keywords/>
  <dc:description>Versão estática de alta fidelidade; animações e interações estão no deck HTML.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