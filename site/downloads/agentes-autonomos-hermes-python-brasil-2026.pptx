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Agentes Autônomos de IA com Hermes Agent</a:t>
            </a:r>
          </a:p>
          <a:p/>
          <a:p>
            <a:r>
              <a:t>Como pedidos em linguagem natural podem se transformar em trabalho técnico com contexto e ferramentas.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Felipe Azambuja</a:t>
            </a:r>
          </a:p>
          <a:p/>
          <a:p>
            <a:r>
              <a:t>Felipe Azambuja, professor e fundador da PycodeBR. Fotografia autêntica da página oficial do IA Master Elite.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https://pycodebr.com.br/ia-master-elite/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escola de programação e IA</a:t>
            </a:r>
          </a:p>
          <a:p/>
          <a:p>
            <a:r>
              <a:t>Escola online de programação e Inteligência Artificial. Contagem de alunos informada por Felipe. O QR mantém o acesso ao Instagram.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https://www.instagram.com/pycodebr/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Acompanhe os slides no seu dispositivo</a:t>
            </a:r>
          </a:p>
          <a:p/>
          <a:p>
            <a:r>
              <a:t>O QR Code leva exatamente ao endereço da apresentação. Cada pessoa pode navegar no próprio dispositivo.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https://pycodebr.com.br/python-brasil-2026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2022: ChatGPT e aplicações com modelos de linguagem</a:t>
            </a:r>
          </a:p>
          <a:p/>
          <a:p>
            <a:r>
              <a:t>Em outubro, LangChain oferece composição de aplicações. Em novembro, ChatGPT populariza a interface conversacional. Modelo, produto e código de integração são camadas diferentes.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https://openai.com/index/chatgpt/; https://www.langchain.com/blog/announcing-our-10m-seed-round-led-by-benchmark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2023: frameworks, fluxos visuais e agentes</a:t>
            </a:r>
          </a:p>
          <a:p/>
          <a:p>
            <a:r>
              <a:t>Frameworks, construtores visuais e experiências como AutoGPT ampliam a discussão sobre ferramentas e ciclos. A sequência determinística de um workflow difere da escolha de ações por um agente.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https://github.com/Significant-Gravitas/AutoGPT/releases/tag/v0.1.0; https://blog.n8n.io/n8ns-october-highlights-new-features-refined-cloud-plans-and-workflow-editor-improvements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2024: estado, ciclos e integrações com MCP</a:t>
            </a:r>
          </a:p>
          <a:p/>
          <a:p>
            <a:r>
              <a:t>LangGraph organiza estado e ciclos; Langflow 1.0 marca uma versão da composição visual; MCP padroniza a conexão entre aplicação de IA e servidores de ferramentas.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https://www.langchain.com/blog/langchain-v0-1-0; https://www.langflow.org/blog/langflow-1-0-is-out-with-a-cloud-service; https://www.anthropic.com/news/model-context-protocol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2025: a IA passa a trabalhar no projeto</a:t>
            </a:r>
          </a:p>
          <a:p/>
          <a:p>
            <a:r>
              <a:t>Claude Code e Codex CLI trabalham no ambiente do projeto. Agent Skills organizam procedimentos e recursos reutilizáveis sem alterar os pesos do modelo.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https://www.anthropic.com/news/claude-3-7-sonnet; https://www.anthropic.com/news/claude-4; https://openai.com/index/introducing-o3-and-o4-mini/; https://agentskills.io/specification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2026: assistentes pessoais com memória e canais</a:t>
            </a:r>
          </a:p>
          <a:p/>
          <a:p>
            <a:r>
              <a:t>Clawdbot, Moltbot e OpenClaw são nomes sucessivos do mesmo projeto, iniciado em 2025 e popularizado em janeiro de 2026. Hermes Agent, da Nous Research, foi lançado em 25 de fevereiro. O pioneirismo se refere à onda de assistentes pessoais open source, não à origem de todos os agentes autônomos.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https://openclaw.ai/blog/introducing-openclaw; https://docs.openclaw.ai/start/lore; https://nousresearch.com/releases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CLIs, skills, MCPs e agentes autônomos</a:t>
            </a:r>
          </a:p>
          <a:p/>
          <a:p>
            <a:r>
              <a:t>CLIs, skills/plugins/MCPs e agentes com memória amadurecem de forma combinada, não como etapas que anulam umas às outras.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https://www.youtube.com/watch?v=WC5B6LfPDrI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Linguagem natural para executar tarefas com o Hermes</a:t>
            </a:r>
          </a:p>
          <a:p/>
          <a:p>
            <a:r>
              <a:t>O harness transforma o objetivo em ações usando ferramentas disponíveis no ambiente. Contexto, autorização e validação fazem parte da execução.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https://hermes-agent.nousresearch.com/docs/developer-guide/agent-loop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Memória e auto skills no Hermes</a:t>
            </a:r>
          </a:p>
          <a:p/>
          <a:p>
            <a:r>
              <a:t>Memória guarda fatos selecionados; a base conserva documentos e histórico; skills registram procedimentos. Uma correção validada pode virar verificação reutilizável na próxima tarefa.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https://hermes-agent.nousresearch.com/docs/user-guide/features/memory; https://hermes-agent.nousresearch.com/docs/user-guide/features/skills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Infraestrutura de IA da PycodeBR</a:t>
            </a:r>
          </a:p>
          <a:p/>
          <a:p>
            <a:r>
              <a:t>Arquitetura conceitual da operação PycodeBR ensinada na Imersão Agentes Autônomos. Separa interfaces, VPS, contexto, projetos, execução, modelos, integração e entregas. Recursos opcionais não são apresentados como conexões ativas; a aplicação em outra empresa exige adaptação.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https://hermes-agent.nousresearch.com/docs/user-guide/features/mcp; https://hermes-agent.nousresearch.com/docs/user-guide/messaging/; https://hermes-agent.nousresearch.com/docs/user-guide/desktop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Conteúdo, dashboards e materiais com o Hermes</a:t>
            </a:r>
          </a:p>
          <a:p/>
          <a:p>
            <a:r>
              <a:t>Os casos agrupam o pipeline editorial, dashboards e materiais de trabalho. A captura Radar-X é pública; gráficos e cartões são ilustrações sem métricas da empresa.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https://www.youtube.com/watch?v=WC5B6LfPDrI; https://radarx.com.br/news/2026-10-05.html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Atendimento e proatividade nos canais da operação</a:t>
            </a:r>
          </a:p>
          <a:p/>
          <a:p>
            <a:r>
              <a:t>O atendimento é uma experiência de configuração e validação; a proposta de criativos é um episódio relatado por Felipe. Ingestão de mensagens não equivale a execução de todas as instruções recebidas.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https://www.youtube.com/watch?v=WC5B6LfPDrI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Workflow de IA Assistida em cinco passos</a:t>
            </a:r>
          </a:p>
          <a:p/>
          <a:p>
            <a:r>
              <a:t>Os cinco passos são Prompt bruto → Prompt refinado; Prompt refinado → PRD.md; PRD.md → Start Template; Start Template → Sprint; Sprint → Review, Correções e Commit. O quinto passo se repete por sprint; deploy não o substitui.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https://github.com/pycodebr/pycodebr_python_brasil_2026/blob/main/materiais/workflow-ia-assistida.md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Hermes como harness e orquestrador de desenvolvimento</a:t>
            </a:r>
          </a:p>
          <a:p/>
          <a:p>
            <a:r>
              <a:t>O Hermes pode executar o workflow como harness de desenvolvimento e delegar subtarefas delimitadas. Filhos Hermes podem invocar outros harnesses pela CLI, mas a revisão e a integração permanecem explícitas.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https://hermes-agent.nousresearch.com/docs/user-guide/features/delegation; https://opencode.ai/docs/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 e observabilidade da aplicação</a:t>
            </a:r>
          </a:p>
          <a:p/>
          <a:p>
            <a:r>
              <a:t>A stack do exemplo SCSI combina aplicação Django, banco e tarefas, Docker Swarm e Traefik. Prometheus coleta métricas, Loki armazena logs e Grafana consulta as fontes. O material histórico usava Promtail; Alloy é atualização recomendada, sem alegar migração de uma implantação.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https://docs.docker.com/engine/swarm/services/; https://prometheus.io/docs/introduction/overview/; https://grafana.com/docs/loki/latest/send-data/promtail/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Arquitetura de monitoria com Hermes e MCPs</a:t>
            </a:r>
          </a:p>
          <a:p/>
          <a:p>
            <a:r>
              <a:t>Arquitetura de referência que separa aplicação/telemetria da VPS do Hermes, os dois MCPs, evento ou agendamento, fila, contexto, worker, diagnóstico e comunicação. A evolução apresentada não é uma automação de manutenção ativada em produção.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https://github.com/grafana/mcp-grafana; https://grafana.com/docs/grafana/latest/alerting/configure-notifications/manage-contact-points/integrations/webhook-notifier/; https://github.com/pycodebr/pycodebr_python_brasil_2026/blob/main/materiais/observabilidade-e-manutencao.md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 de usuários e propostas de correção</a:t>
            </a:r>
          </a:p>
          <a:p/>
          <a:p>
            <a:r>
              <a:t>Arquitetura de referência proposta para MentorIA: reports de bugs e melhorias chegam por evento ou coleta, são consultados pelo MCP do sistema, classificados e tratados pelo Hermes com contexto, branch, implementação, testes e PR. Merge e deploy continuam sujeitos à aprovação humana.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https://pypi.org/project/django-mcp-server/; https://github.com/pycodebr/pycodebr_python_brasil_2026/blob/main/materiais/observabilidade-e-manutencao.md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Aprovação da PR, merge e deploy da correção</a:t>
            </a:r>
          </a:p>
          <a:p/>
          <a:p>
            <a:r>
              <a:t>Felipe recebe uma mensagem privada com a PR e decide. A aprovação se aplica à revisão atual; merge, deploy e confirmação são etapas distintas. A simulação não realiza chamadas externas nem comprova implantação do blueprint.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https://docs.github.com/en/repositories/configuring-branches-and-merges-in-your-repository/managing-protected-branches/about-protected-branches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Permissões e limites para a execução autônoma</a:t>
            </a:r>
          </a:p>
          <a:p/>
          <a:p>
            <a:r>
              <a:t>A atuação preventiva tem limites por etapa e risco. Consultas e testes podem ser preautorizados; operações sensíveis e release exigem gates aplicados nas ferramentas, não apenas no prompt.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https://hermes-agent.nousresearch.com/docs/user-guide/security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Continue com os materiais da palestra</a:t>
            </a:r>
          </a:p>
          <a:p/>
          <a:p>
            <a:r>
              <a:t>O repositório público reúne os slides, os materiais de acompanhamento, as fontes e o laboratório. O fechamento reserva cinco minutos para perguntas.</a:t>
            </a:r>
          </a:p>
          <a:p/>
          <a:p>
            <a:r>
              <a:t>Slides e materiais: https://pycodebr.com.br/python-brasil-2026/</a:t>
            </a:r>
          </a:p>
          <a:p/>
          <a:p>
            <a:r>
              <a:t>Repositório: https://github.com/pycodebr/pycodebr_python_brasil_2026</a:t>
            </a:r>
          </a:p>
          <a:p/>
          <a:p>
            <a:r>
              <a:t>Referências: https://github.com/pycodebr/pycodebr_python_brasil_2026; https://hermes-agent.nousresearch.com/docs/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gentes Autônomos de IA com Hermes Agent" descr="Como pedidos em linguagem natural podem se transformar em trabalho técnico com contexto e ferramen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elipe Azambuja" descr="Felipe Azambuja, professor e fundador da PycodeBR. Fotografia autêntica da página oficial do IA Master Elit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a escola de programação e IA" descr="Escola online de programação e Inteligência Artificial. Contagem de alunos informada por Felipe. O QR mantém o acesso ao Instagra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companhe os slides no seu dispositivo" descr="O QR Code leva exatamente ao endereço da apresentação. Cada pessoa pode navegar no próprio dispositiv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022: ChatGPT e aplicações com modelos de linguagem" descr="Em outubro, LangChain oferece composição de aplicações. Em novembro, ChatGPT populariza a interface conversacional. Modelo, produto e código de integração são camadas diferent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023: frameworks, fluxos visuais e agentes" descr="Frameworks, construtores visuais e experiências como AutoGPT ampliam a discussão sobre ferramentas e ciclos. A sequência determinística de um workflow difere da escolha de ações por um agent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024: estado, ciclos e integrações com MCP" descr="LangGraph organiza estado e ciclos; Langflow 1.0 marca uma versão da composição visual; MCP padroniza a conexão entre aplicação de IA e servidores de ferramen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025: a IA passa a trabalhar no projeto" descr="Claude Code e Codex CLI trabalham no ambiente do projeto. Agent Skills organizam procedimentos e recursos reutilizáveis sem alterar os pesos do model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026: assistentes pessoais com memória e canais" descr="Clawdbot, Moltbot e OpenClaw são nomes sucessivos do mesmo projeto, iniciado em 2025 e popularizado em janeiro de 2026. Hermes Agent, da Nous Research, foi lançado em 25 de fevereiro. O pioneirismo se refere à onda de assistentes pessoais open source, não à origem de todos os agentes autônom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LIs, skills, MCPs e agentes autônomos" descr="CLIs, skills/plugins/MCPs e agentes com memória amadurecem de forma combinada, não como etapas que anulam umas às outr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Linguagem natural para executar tarefas com o Hermes" descr="O harness transforma o objetivo em ações usando ferramentas disponíveis no ambiente. Contexto, autorização e validação fazem parte da execu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emória e auto skills no Hermes" descr="Memória guarda fatos selecionados; a base conserva documentos e histórico; skills registram procedimentos. Uma correção validada pode virar verificação reutilizável na próxima taref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nfraestrutura de IA da PycodeBR" descr="Arquitetura conceitual da operação PycodeBR ensinada na Imersão Agentes Autônomos. Separa interfaces, VPS, contexto, projetos, execução, modelos, integração e entregas. Recursos opcionais não são apresentados como conexões ativas; a aplicação em outra empresa exige adapta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nteúdo, dashboards e materiais com o Hermes" descr="Os casos agrupam o pipeline editorial, dashboards e materiais de trabalho. A captura Radar-X é pública; gráficos e cartões são ilustrações sem métricas da empres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tendimento e proatividade nos canais da operação" descr="O atendimento é uma experiência de configuração e validação; a proposta de criativos é um episódio relatado por Felipe. Ingestão de mensagens não equivale a execução de todas as instruções recebid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Workflow de IA Assistida em cinco passos" descr="Os cinco passos são Prompt bruto → Prompt refinado; Prompt refinado → PRD.md; PRD.md → Start Template; Start Template → Sprint; Sprint → Review, Correções e Commit. O quinto passo se repete por sprint; deploy não o substitu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Hermes como harness e orquestrador de desenvolvimento" descr="O Hermes pode executar o workflow como harness de desenvolvimento e delegar subtarefas delimitadas. Filhos Hermes podem invocar outros harnesses pela CLI, mas a revisão e a integração permanecem explíci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eploy e observabilidade da aplicação" descr="A stack do exemplo SCSI combina aplicação Django, banco e tarefas, Docker Swarm e Traefik. Prometheus coleta métricas, Loki armazena logs e Grafana consulta as fontes. O material histórico usava Promtail; Alloy é atualização recomendada, sem alegar migração de uma implanta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quitetura de monitoria com Hermes e MCPs" descr="Arquitetura de referência que separa aplicação/telemetria da VPS do Hermes, os dois MCPs, evento ou agendamento, fila, contexto, worker, diagnóstico e comunicação. A evolução apresentada não é uma automação de manutenção ativada em produ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Reports de usuários e propostas de correção" descr="Arquitetura de referência proposta para MentorIA: reports de bugs e melhorias chegam por evento ou coleta, são consultados pelo MCP do sistema, classificados e tratados pelo Hermes com contexto, branch, implementação, testes e PR. Merge e deploy continuam sujeitos à aprovação human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provação da PR, merge e deploy da correção" descr="Felipe recebe uma mensagem privada com a PR e decide. A aprovação se aplica à revisão atual; merge, deploy e confirmação são etapas distintas. A simulação não realiza chamadas externas nem comprova implantação do bluepri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ermissões e limites para a execução autônoma" descr="A atuação preventiva tem limites por etapa e risco. Consultas e testes podem ser preautorizados; operações sensíveis e release exigem gates aplicados nas ferramentas, não apenas no promp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ntinue com os materiais da palestra" descr="O repositório público reúne os slides, os materiais de acompanhamento, as fontes e o laboratório. O fechamento reserva cinco minutos para pergun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Autônomos de IA com Hermes Agent</dc:title>
  <dc:subject>Python Brasil 2026 · revisão 3</dc:subject>
  <dc:creator>Felipe Azambuja · PycodeBR</dc:creator>
  <cp:keywords/>
  <dc:description>Versão estática em imagens por slide. Animações e interações estão na apresentação HTML.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