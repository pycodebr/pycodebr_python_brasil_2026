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Agentes Autônomos de IA com Hermes Agent</a:t>
            </a:r>
          </a:p>
          <a:p/>
          <a:p>
            <a:r>
              <a:t>Como pedidos em linguagem natural podem se transformar em trabalho técnico com contexto e ferramentas.</a:t>
            </a:r>
          </a:p>
          <a:p/>
          <a:p>
            <a:r>
              <a:t>Slides e materiais: https://pycodebr.com.br/python-brasil-2026/</a:t>
            </a:r>
          </a:p>
          <a:p/>
          <a:p>
            <a:r>
              <a:t>Repositório: https://github.com/pycodebr/pycodebr_python_brasil_2026</a:t>
            </a:r>
          </a:p>
          <a:p/>
          <a:p>
            <a:r>
              <a:t>Referências: https://hermes-agent.nousresearch.com/docs/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Felipe Azambuja</a:t>
            </a:r>
          </a:p>
          <a:p/>
          <a:p>
            <a:r>
              <a:t>Felipe Azambuja, professor e fundador da PycodeBR. Fotografia autêntica da página oficial do IA Master Elite.</a:t>
            </a:r>
          </a:p>
          <a:p/>
          <a:p>
            <a:r>
              <a:t>Slides e materiais: https://pycodebr.com.br/python-brasil-2026/</a:t>
            </a:r>
          </a:p>
          <a:p/>
          <a:p>
            <a:r>
              <a:t>Repositório: https://github.com/pycodebr/pycodebr_python_brasil_2026</a:t>
            </a:r>
          </a:p>
          <a:p/>
          <a:p>
            <a:r>
              <a:t>Referências: https://pycodebr.com.br/ia-master-elite/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Uma escola de programação e IA</a:t>
            </a:r>
          </a:p>
          <a:p/>
          <a:p>
            <a:r>
              <a:t>Escola online de programação e Inteligência Artificial. Contagem de alunos informada por Felipe. O QR mantém o acesso ao Instagram.</a:t>
            </a:r>
          </a:p>
          <a:p/>
          <a:p>
            <a:r>
              <a:t>Slides e materiais: https://pycodebr.com.br/python-brasil-2026/</a:t>
            </a:r>
          </a:p>
          <a:p/>
          <a:p>
            <a:r>
              <a:t>Repositório: https://github.com/pycodebr/pycodebr_python_brasil_2026</a:t>
            </a:r>
          </a:p>
          <a:p/>
          <a:p>
            <a:r>
              <a:t>Referências: https://www.instagram.com/pycodebr/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Acompanhe os slides no seu dispositivo</a:t>
            </a:r>
          </a:p>
          <a:p/>
          <a:p>
            <a:r>
              <a:t>O QR Code leva exatamente ao endereço da apresentação. Cada pessoa pode navegar no próprio dispositivo.</a:t>
            </a:r>
          </a:p>
          <a:p/>
          <a:p>
            <a:r>
              <a:t>Slides e materiais: https://pycodebr.com.br/python-brasil-2026/</a:t>
            </a:r>
          </a:p>
          <a:p/>
          <a:p>
            <a:r>
              <a:t>Repositório: https://github.com/pycodebr/pycodebr_python_brasil_2026</a:t>
            </a:r>
          </a:p>
          <a:p/>
          <a:p>
            <a:r>
              <a:t>Referências: https://pycodebr.com.br/python-brasil-2026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conversa passou a fazer parte de um ambiente de execução</a:t>
            </a:r>
          </a:p>
          <a:p/>
          <a:p>
            <a:r>
              <a:t>Linha do tempo interativa que distingue popularização conversacional, composição de aplicações, controle de estado, ferramentas de terminal e continuidade entre sessões.</a:t>
            </a:r>
          </a:p>
          <a:p/>
          <a:p>
            <a:r>
              <a:t>Slides e materiais: https://pycodebr.com.br/python-brasil-2026/</a:t>
            </a:r>
          </a:p>
          <a:p/>
          <a:p>
            <a:r>
              <a:t>Repositório: https://github.com/pycodebr/pycodebr_python_brasil_2026</a:t>
            </a:r>
          </a:p>
          <a:p/>
          <a:p>
            <a:r>
              <a:t>Referências: https://openai.com/index/chatgpt/; https://nousresearch.com/releases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Três movimentos ampliam o que podemos construir</a:t>
            </a:r>
          </a:p>
          <a:p/>
          <a:p>
            <a:r>
              <a:t>CLIs, skills/plugins/MCPs e agentes com memória amadurecem de forma combinada, não como etapas que anulam umas às outras.</a:t>
            </a:r>
          </a:p>
          <a:p/>
          <a:p>
            <a:r>
              <a:t>Slides e materiais: https://pycodebr.com.br/python-brasil-2026/</a:t>
            </a:r>
          </a:p>
          <a:p/>
          <a:p>
            <a:r>
              <a:t>Repositório: https://github.com/pycodebr/pycodebr_python_brasil_2026</a:t>
            </a:r>
          </a:p>
          <a:p/>
          <a:p>
            <a:r>
              <a:t>Referências: https://www.youtube.com/watch?v=WC5B6LfPDrI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Você pede o resultado; o Hermes organiza a execução</a:t>
            </a:r>
          </a:p>
          <a:p/>
          <a:p>
            <a:r>
              <a:t>O harness transforma o objetivo em ações usando ferramentas disponíveis no ambiente. Contexto, autorização e validação fazem parte da execução.</a:t>
            </a:r>
          </a:p>
          <a:p/>
          <a:p>
            <a:r>
              <a:t>Slides e materiais: https://pycodebr.com.br/python-brasil-2026/</a:t>
            </a:r>
          </a:p>
          <a:p/>
          <a:p>
            <a:r>
              <a:t>Repositório: https://github.com/pycodebr/pycodebr_python_brasil_2026</a:t>
            </a:r>
          </a:p>
          <a:p/>
          <a:p>
            <a:r>
              <a:t>Referências: https://hermes-agent.nousresearch.com/docs/developer-guide/agent-loop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uso acrescenta contexto e procedimentos para a próxima tarefa</a:t>
            </a:r>
          </a:p>
          <a:p/>
          <a:p>
            <a:r>
              <a:t>Memória e auto skills permitem recuperar contexto e procedimentos revisados. O ganho é específico do trabalho e depende da qualidade do que foi registrado.</a:t>
            </a:r>
          </a:p>
          <a:p/>
          <a:p>
            <a:r>
              <a:t>Slides e materiais: https://pycodebr.com.br/python-brasil-2026/</a:t>
            </a:r>
          </a:p>
          <a:p/>
          <a:p>
            <a:r>
              <a:t>Repositório: https://github.com/pycodebr/pycodebr_python_brasil_2026</a:t>
            </a:r>
          </a:p>
          <a:p/>
          <a:p>
            <a:r>
              <a:t>Referências: https://hermes-agent.nousresearch.com/docs/user-guide/features/skills; https://hermes-agent.nousresearch.com/docs/user-guide/features/memory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Um agente pode produzir entregas para várias áreas</a:t>
            </a:r>
          </a:p>
          <a:p/>
          <a:p>
            <a:r>
              <a:t>Os casos agrupam o pipeline editorial, dashboards e materiais de trabalho. A captura Radar-X é pública; gráficos e cartões são ilustrações sem métricas da empresa.</a:t>
            </a:r>
          </a:p>
          <a:p/>
          <a:p>
            <a:r>
              <a:t>Slides e materiais: https://pycodebr.com.br/python-brasil-2026/</a:t>
            </a:r>
          </a:p>
          <a:p/>
          <a:p>
            <a:r>
              <a:t>Repositório: https://github.com/pycodebr/pycodebr_python_brasil_2026</a:t>
            </a:r>
          </a:p>
          <a:p/>
          <a:p>
            <a:r>
              <a:t>Referências: https://www.youtube.com/watch?v=WC5B6LfPDrI; https://radarx.com.br/news/2026-10-05.html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Mensagens e contexto podem iniciar trabalho útil</a:t>
            </a:r>
          </a:p>
          <a:p/>
          <a:p>
            <a:r>
              <a:t>O atendimento é uma experiência de configuração e validação; a proposta de criativos é um episódio relatado por Felipe. Ingestão de mensagens não equivale a execução de todas as instruções recebidas.</a:t>
            </a:r>
          </a:p>
          <a:p/>
          <a:p>
            <a:r>
              <a:t>Slides e materiais: https://pycodebr.com.br/python-brasil-2026/</a:t>
            </a:r>
          </a:p>
          <a:p/>
          <a:p>
            <a:r>
              <a:t>Repositório: https://github.com/pycodebr/pycodebr_python_brasil_2026</a:t>
            </a:r>
          </a:p>
          <a:p/>
          <a:p>
            <a:r>
              <a:t>Referências: https://www.youtube.com/watch?v=WC5B6LfPDrI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Cinco passos para construir e revisar o projeto</a:t>
            </a:r>
          </a:p>
          <a:p/>
          <a:p>
            <a:r>
              <a:t>Os cinco passos são Prompt bruto → Prompt refinado; Prompt refinado → PRD.md; PRD.md → Start Template; Start Template → Sprint; Sprint → Review, Correções e Commit. O quinto passo se repete por sprint; deploy não o substitui.</a:t>
            </a:r>
          </a:p>
          <a:p/>
          <a:p>
            <a:r>
              <a:t>Slides e materiais: https://pycodebr.com.br/python-brasil-2026/</a:t>
            </a:r>
          </a:p>
          <a:p/>
          <a:p>
            <a:r>
              <a:t>Repositório: https://github.com/pycodebr/pycodebr_python_brasil_2026</a:t>
            </a:r>
          </a:p>
          <a:p/>
          <a:p>
            <a:r>
              <a:t>Referências: https://github.com/pycodebr/pycodebr_python_brasil_2026/blob/main/materiais/workflow-ia-assistida.md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Hermes acompanha a sprint e pode dividir o trabalho</a:t>
            </a:r>
          </a:p>
          <a:p/>
          <a:p>
            <a:r>
              <a:t>O Hermes pode executar o workflow como harness de desenvolvimento e delegar subtarefas delimitadas. Filhos Hermes podem invocar outros harnesses pela CLI, mas a revisão e a integração permanecem explícitas.</a:t>
            </a:r>
          </a:p>
          <a:p/>
          <a:p>
            <a:r>
              <a:t>Slides e materiais: https://pycodebr.com.br/python-brasil-2026/</a:t>
            </a:r>
          </a:p>
          <a:p/>
          <a:p>
            <a:r>
              <a:t>Repositório: https://github.com/pycodebr/pycodebr_python_brasil_2026</a:t>
            </a:r>
          </a:p>
          <a:p/>
          <a:p>
            <a:r>
              <a:t>Referências: https://hermes-agent.nousresearch.com/docs/user-guide/features/delegation; https://opencode.ai/docs/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Depois do deploy, o sistema precisa ser acompanhado</a:t>
            </a:r>
          </a:p>
          <a:p/>
          <a:p>
            <a:r>
              <a:t>A stack do exemplo SCSI combina aplicação Django, banco e tarefas, Docker Swarm e Traefik. Prometheus coleta métricas, Loki armazena logs e Grafana consulta as fontes. O material histórico usava Promtail; Alloy é atualização recomendada, sem alegar migração de uma implantação.</a:t>
            </a:r>
          </a:p>
          <a:p/>
          <a:p>
            <a:r>
              <a:t>Slides e materiais: https://pycodebr.com.br/python-brasil-2026/</a:t>
            </a:r>
          </a:p>
          <a:p/>
          <a:p>
            <a:r>
              <a:t>Repositório: https://github.com/pycodebr/pycodebr_python_brasil_2026</a:t>
            </a:r>
          </a:p>
          <a:p/>
          <a:p>
            <a:r>
              <a:t>Referências: https://docs.docker.com/engine/swarm/services/; https://prometheus.io/docs/introduction/overview/; https://grafana.com/docs/loki/latest/send-data/promtail/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Hermes cruza métricas, logs e o estado do sistema</a:t>
            </a:r>
          </a:p>
          <a:p/>
          <a:p>
            <a:r>
              <a:t>O observador consulta Grafana MCP e MCP de domínio, cruza sinais do mesmo serviço e período, prepara diagnóstico ou ação dentro da política e comunica por canais autorizados. Webhook ou scheduler são mecanismos separados do MCP. Este encadeamento é uma arquitetura de referência.</a:t>
            </a:r>
          </a:p>
          <a:p/>
          <a:p>
            <a:r>
              <a:t>Slides e materiais: https://pycodebr.com.br/python-brasil-2026/</a:t>
            </a:r>
          </a:p>
          <a:p/>
          <a:p>
            <a:r>
              <a:t>Repositório: https://github.com/pycodebr/pycodebr_python_brasil_2026</a:t>
            </a:r>
          </a:p>
          <a:p/>
          <a:p>
            <a:r>
              <a:t>Referências: https://github.com/grafana/mcp-grafana; https://grafana.com/docs/grafana/latest/alerting/configure-notifications/manage-contact-points/integrations/webhook-notifier/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Bugs e melhorias podem entrar no mesmo workflow</a:t>
            </a:r>
          </a:p>
          <a:p/>
          <a:p>
            <a:r>
              <a:t>Blueprint solicitado para MentorIA: reports de bugs e sugestões são classificados, transformados em trabalho delimitado e tratados com branch, testes, revisão e PR. Não afirma que todo o ciclo esteja automatizado na instalação atual.</a:t>
            </a:r>
          </a:p>
          <a:p/>
          <a:p>
            <a:r>
              <a:t>Slides e materiais: https://pycodebr.com.br/python-brasil-2026/</a:t>
            </a:r>
          </a:p>
          <a:p/>
          <a:p>
            <a:r>
              <a:t>Repositório: https://github.com/pycodebr/pycodebr_python_brasil_2026</a:t>
            </a:r>
          </a:p>
          <a:p/>
          <a:p>
            <a:r>
              <a:t>Referências: https://pypi.org/project/django-mcp-server/; https://github.com/pycodebr/pycodebr_python_brasil_2026/blob/main/materiais/observabilidade-e-manutencao.md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Você revisa a PR antes do merge e do deploy</a:t>
            </a:r>
          </a:p>
          <a:p/>
          <a:p>
            <a:r>
              <a:t>Felipe recebe uma mensagem privada com a PR e decide. A aprovação se aplica à revisão atual; merge, deploy e confirmação são etapas distintas. A simulação não realiza chamadas externas nem comprova implantação do blueprint.</a:t>
            </a:r>
          </a:p>
          <a:p/>
          <a:p>
            <a:r>
              <a:t>Slides e materiais: https://pycodebr.com.br/python-brasil-2026/</a:t>
            </a:r>
          </a:p>
          <a:p/>
          <a:p>
            <a:r>
              <a:t>Repositório: https://github.com/pycodebr/pycodebr_python_brasil_2026</a:t>
            </a:r>
          </a:p>
          <a:p/>
          <a:p>
            <a:r>
              <a:t>Referências: https://docs.github.com/en/repositories/configuring-branches-and-merges-in-your-repository/managing-protected-branches/about-protected-branches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que pode agir sozinho precisa estar definido antes</a:t>
            </a:r>
          </a:p>
          <a:p/>
          <a:p>
            <a:r>
              <a:t>A atuação preventiva tem limites por etapa e risco. Consultas e testes podem ser preautorizados; operações sensíveis e release exigem gates aplicados nas ferramentas, não apenas no prompt.</a:t>
            </a:r>
          </a:p>
          <a:p/>
          <a:p>
            <a:r>
              <a:t>Slides e materiais: https://pycodebr.com.br/python-brasil-2026/</a:t>
            </a:r>
          </a:p>
          <a:p/>
          <a:p>
            <a:r>
              <a:t>Repositório: https://github.com/pycodebr/pycodebr_python_brasil_2026</a:t>
            </a:r>
          </a:p>
          <a:p/>
          <a:p>
            <a:r>
              <a:t>Referências: https://hermes-agent.nousresearch.com/docs/user-guide/security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Continue com os materiais da palestra</a:t>
            </a:r>
          </a:p>
          <a:p/>
          <a:p>
            <a:r>
              <a:t>O repositório público reúne os slides, os materiais de acompanhamento, as fontes e o laboratório. O fechamento reserva cinco minutos para perguntas.</a:t>
            </a:r>
          </a:p>
          <a:p/>
          <a:p>
            <a:r>
              <a:t>Slides e materiais: https://pycodebr.com.br/python-brasil-2026/</a:t>
            </a:r>
          </a:p>
          <a:p/>
          <a:p>
            <a:r>
              <a:t>Repositório: https://github.com/pycodebr/pycodebr_python_brasil_2026</a:t>
            </a:r>
          </a:p>
          <a:p/>
          <a:p>
            <a:r>
              <a:t>Referências: https://github.com/pycodebr/pycodebr_python_brasil_2026; https://hermes-agent.nousresearch.com/docs/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Agentes Autônomos de IA com Hermes Agent" descr="Como pedidos em linguagem natural podem se transformar em trabalho técnico com contexto e ferramenta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elipe Azambuja" descr="Felipe Azambuja, professor e fundador da PycodeBR. Fotografia autêntica da página oficial do IA Master Elit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Uma escola de programação e IA" descr="Escola online de programação e Inteligência Artificial. Contagem de alunos informada por Felipe. O QR mantém o acesso ao Instagram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Acompanhe os slides no seu dispositivo" descr="O QR Code leva exatamente ao endereço da apresentação. Cada pessoa pode navegar no próprio dispositivo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A conversa passou a fazer parte de um ambiente de execução" descr="Linha do tempo interativa que distingue popularização conversacional, composição de aplicações, controle de estado, ferramentas de terminal e continuidade entre sessõe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Três movimentos ampliam o que podemos construir" descr="CLIs, skills/plugins/MCPs e agentes com memória amadurecem de forma combinada, não como etapas que anulam umas às outra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Você pede o resultado; o Hermes organiza a execução" descr="O harness transforma o objetivo em ações usando ferramentas disponíveis no ambiente. Contexto, autorização e validação fazem parte da execução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O uso acrescenta contexto e procedimentos para a próxima tarefa" descr="Memória e auto skills permitem recuperar contexto e procedimentos revisados. O ganho é específico do trabalho e depende da qualidade do que foi registrado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Um agente pode produzir entregas para várias áreas" descr="Os casos agrupam o pipeline editorial, dashboards e materiais de trabalho. A captura Radar-X é pública; gráficos e cartões são ilustrações sem métricas da empresa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Mensagens e contexto podem iniciar trabalho útil" descr="O atendimento é uma experiência de configuração e validação; a proposta de criativos é um episódio relatado por Felipe. Ingestão de mensagens não equivale a execução de todas as instruções recebida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Cinco passos para construir e revisar o projeto" descr="Os cinco passos são Prompt bruto → Prompt refinado; Prompt refinado → PRD.md; PRD.md → Start Template; Start Template → Sprint; Sprint → Review, Correções e Commit. O quinto passo se repete por sprint; deploy não o substitui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O Hermes acompanha a sprint e pode dividir o trabalho" descr="O Hermes pode executar o workflow como harness de desenvolvimento e delegar subtarefas delimitadas. Filhos Hermes podem invocar outros harnesses pela CLI, mas a revisão e a integração permanecem explícita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Depois do deploy, o sistema precisa ser acompanhado" descr="A stack do exemplo SCSI combina aplicação Django, banco e tarefas, Docker Swarm e Traefik. Prometheus coleta métricas, Loki armazena logs e Grafana consulta as fontes. O material histórico usava Promtail; Alloy é atualização recomendada, sem alegar migração de uma implantação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O Hermes cruza métricas, logs e o estado do sistema" descr="O observador consulta Grafana MCP e MCP de domínio, cruza sinais do mesmo serviço e período, prepara diagnóstico ou ação dentro da política e comunica por canais autorizados. Webhook ou scheduler são mecanismos separados do MCP. Este encadeamento é uma arquitetura de referência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ugs e melhorias podem entrar no mesmo workflow" descr="Blueprint solicitado para MentorIA: reports de bugs e sugestões são classificados, transformados em trabalho delimitado e tratados com branch, testes, revisão e PR. Não afirma que todo o ciclo esteja automatizado na instalação atual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Você revisa a PR antes do merge e do deploy" descr="Felipe recebe uma mensagem privada com a PR e decide. A aprovação se aplica à revisão atual; merge, deploy e confirmação são etapas distintas. A simulação não realiza chamadas externas nem comprova implantação do blueprint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O que pode agir sozinho precisa estar definido antes" descr="A atuação preventiva tem limites por etapa e risco. Consultas e testes podem ser preautorizados; operações sensíveis e release exigem gates aplicados nas ferramentas, não apenas no prompt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Continue com os materiais da palestra" descr="O repositório público reúne os slides, os materiais de acompanhamento, as fontes e o laboratório. O fechamento reserva cinco minutos para pergunta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Agentes Autônomos de IA com Hermes Agent</dc:title>
  <dc:subject>Python Brasil 2026 · revisão 2</dc:subject>
  <dc:creator>Felipe Azambuja · PycodeBR</dc:creator>
  <cp:keywords/>
  <dc:description>Versão estática em imagens por slide. Animações e interações estão na apresentação HTML.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